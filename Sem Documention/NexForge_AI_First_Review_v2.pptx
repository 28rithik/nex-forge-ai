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70" r:id="rId21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430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1E2A4A"/>
                </a:solidFill>
              </a:rPr>
              <a:t>NexForge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88920"/>
            <a:ext cx="105430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44444"/>
                </a:solidFill>
              </a:rPr>
              <a:t>Autonomous AI-Powered Repository Intelligence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29000"/>
            <a:ext cx="10543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8888"/>
                </a:solidFill>
              </a:rPr>
              <a:t>First Review — System Design &amp; Literature 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160520"/>
            <a:ext cx="2743200" cy="19050"/>
          </a:xfrm>
          <a:prstGeom prst="rect">
            <a:avLst/>
          </a:prstGeom>
          <a:noFill/>
          <a:ln>
            <a:solidFill>
              <a:srgbClr val="1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434840"/>
            <a:ext cx="10543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Team Members:  Rithik CA (714023243116)  |  Shakthivel Parimalam KPC (714023243134)  |  Srinivasan N (714023243149)  |  Venkatraman R (714023243160)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280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Batch: C5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1480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Date: 25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A4A"/>
                </a:solidFill>
              </a:rPr>
              <a:t>Introduction — Problem Definition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91672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1490472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2A4A"/>
                </a:solidFill>
              </a:rPr>
              <a:t>Scale &amp; Complexity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1920240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Modern GitHub repositories span thousands of files,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267712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making it hard for developers to build a mental model.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907792"/>
            <a:ext cx="11091672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3072384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2A4A"/>
                </a:solidFill>
              </a:rPr>
              <a:t>Root Cause Tracing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502152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Tracing a bug across files, functions, and classes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849624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consumes a large share of every developer's debugging time.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489704"/>
            <a:ext cx="11091672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4654296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2A4A"/>
                </a:solidFill>
              </a:rPr>
              <a:t>Slow Manual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5084064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Manual testing of bug fixes is slow and error-prone,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5431536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especially in large, fast-moving repositories.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NexForge AI — First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A4A"/>
                </a:solidFill>
              </a:rPr>
              <a:t>Introduction — Problem Definition (cont.)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91672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1490472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2A4A"/>
                </a:solidFill>
              </a:rPr>
              <a:t>Structural Blindness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1920240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Traditional keyword / embedding search cannot capture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267712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calls, inheritance, imports — leading to inaccurate bug localization.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907792"/>
            <a:ext cx="11091672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3072384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2A4A"/>
                </a:solidFill>
              </a:rPr>
              <a:t>Snippet-Level AI Assistants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502152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Existing AI coding tools lack repository-wide context,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849624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so their suggestions can break other parts of the codebase.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489704"/>
            <a:ext cx="11091672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4654296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2A4A"/>
                </a:solidFill>
              </a:rPr>
              <a:t>No End-to-End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5084064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There is no unified, autonomous pipeline from a raw GitHub issue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5431536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to a verified, tested pull request without human intervention.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NexForge AI — First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A4A"/>
                </a:solidFill>
              </a:rPr>
              <a:t>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320040" cy="32004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2834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28016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Developers spend a disproportionate share of their time reading code instead of building features.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320040" cy="32004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157984"/>
            <a:ext cx="2834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0312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Graph-based repository representations (AST + call graphs) capture structural relationships that plain-text retrieval misses.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971800"/>
            <a:ext cx="320040" cy="32004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980944"/>
            <a:ext cx="2834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92608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Modern LLM-orchestration frameworks (LangChain, LangGraph) enable reliable multi-agent coordination.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794760"/>
            <a:ext cx="320040" cy="32004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3803904"/>
            <a:ext cx="2834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74904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Secure sandboxed execution (Docker / E2B) allows AI-generated code to be safely tested before reaching a human reviewer.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617720"/>
            <a:ext cx="320040" cy="32004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4626864"/>
            <a:ext cx="2834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57200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Combining Graph RAG with multi-agent debugging can compress the traditional read–find–fix–test–deploy cycle into a fast, autonomous workflow.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NexForge AI — First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A4A"/>
                </a:solidFill>
              </a:rPr>
              <a:t>Objectives of the Project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320040" cy="32004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2834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28016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Build a Graph RAG pipeline (Tree-sitter → AST → Neo4j) that gives AI agents precise, structural understanding of any GitHub repository.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31720"/>
            <a:ext cx="320040" cy="32004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340863"/>
            <a:ext cx="2834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28600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Design a multi-agent system — Debugger, Coder, and Tester agents — orchestrated with LangGraph to autonomously diagnose and resolve GitHub issues.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337560"/>
            <a:ext cx="320040" cy="32004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3346703"/>
            <a:ext cx="2834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9184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Execute and validate every AI-generated fix inside an isolated Docker / E2B sandbox before it is proposed.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343400"/>
            <a:ext cx="320040" cy="32004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4352544"/>
            <a:ext cx="2834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29768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Automate the end-to-end workflow from a GitHub issue to a reviewed, ready-to-merge pull request.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NexForge AI — First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A4A"/>
                </a:solidFill>
              </a:rPr>
              <a:t>Literature Review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34440"/>
          <a:ext cx="11000232" cy="5111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828800"/>
                <a:gridCol w="1645920"/>
                <a:gridCol w="502920"/>
                <a:gridCol w="4462272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Journal Title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Journal Name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Authors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Year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Key Findings / Technologies Used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  <a:tr h="115214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</a:rPr>
                        <a:t>LLM4FL — Multi-Agent Fault Localization via Graph-Based Retrieval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</a:rPr>
                        <a:t>arXiv (2409.13642)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</a:rPr>
                        <a:t>Rafi, Chen, Kim, Wang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</a:rPr>
                        <a:t>2024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</a:rPr>
                        <a:t>Graph RAG + 3-agent framework (Context, Debugger, Reviewer); 18.55% higher Top-1 accuracy over AutoFL on Defects4J. Directly motivates NexForge AI design.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15214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</a:rPr>
                        <a:t>Meta-RAG on Large Codebases Using Code Summarization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</a:rPr>
                        <a:t>arXiv (2508.02611)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</a:rPr>
                        <a:t>Tawosi, Alamir, Liu, Veloso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</a:rPr>
                        <a:t>Meta-level RAG for large codebases; code summarization improves retrieval precision. Technologies: RAG, LLM, code summarization.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5214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</a:rPr>
                        <a:t>Automated Bug Fixing via LLM-based Agents using LangGraph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</a:rPr>
                        <a:t>arXiv (2502.18465)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</a:rPr>
                        <a:t>Wang &amp; Duan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</a:rPr>
                        <a:t>2025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</a:rPr>
                        <a:t>Multi-agent LangGraph pipeline for automated bug fixing; empirical study shows autonomous patch generation. Technologies: LangGraph, GPT-4, Python.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15214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</a:rPr>
                        <a:t>AutoCodeRover: Autonomous Program Improvement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</a:rPr>
                        <a:t>ACM SIGSOFT ISSTA 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</a:rPr>
                        <a:t>Zhang, Ruan, Fan, Roychoudhury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</a:rPr>
                        <a:t>Spectrum-based fault localization + LLM patch generation; solves SWE-bench tasks. Technologies: SBF, AST, LLMs.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NexForge AI — First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A4A"/>
                </a:solidFill>
              </a:rPr>
              <a:t>Research Gaps &amp; Proposed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2A4A"/>
                </a:solidFill>
              </a:rPr>
              <a:t>Research Gaps Identified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993392"/>
            <a:ext cx="320040" cy="32004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002536"/>
            <a:ext cx="2834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947672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Existing AI assistants operate at snippet level, lacking full repository-wide context.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907792"/>
            <a:ext cx="320040" cy="32004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916936"/>
            <a:ext cx="2834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862072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Keyword/embedding search misses structural code relationships (calls, inheritance, imports).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822191"/>
            <a:ext cx="320040" cy="32004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831335"/>
            <a:ext cx="2834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776472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No unified autonomous pipeline from GitHub issue to a verified, merged pull request.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4768" y="1344168"/>
            <a:ext cx="45720" cy="43891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371600"/>
            <a:ext cx="5285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2A4A"/>
                </a:solidFill>
              </a:rPr>
              <a:t>Our Solution &amp; Technologies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73368" y="2103120"/>
            <a:ext cx="109728" cy="10972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9659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Tree-sitter + AST + Neo4j Graph RAG for structural code understanding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73368" y="2770632"/>
            <a:ext cx="109728" cy="10972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2633472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LangGraph-orchestrated Debugger, Coder &amp; Tester multi-agent pipeline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73368" y="3438144"/>
            <a:ext cx="109728" cy="10972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3300984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Docker / E2B sandboxed execution for safe fix validation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73368" y="4105656"/>
            <a:ext cx="109728" cy="10972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3968496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Automated GitHub issue → pull request end-to-end workflow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73368" y="4773168"/>
            <a:ext cx="109728" cy="10972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4636008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LLM backbone: GPT-4o / Claude Sonnet via LangChain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NexForge AI — First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A4A"/>
                </a:solidFill>
              </a:rPr>
              <a:t>Users of the Project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5440680" cy="22402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1490472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2A4A"/>
                </a:solidFill>
              </a:rPr>
              <a:t>Open-Source Maintainers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1920240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Need help triaging and fixing a high volume of incoming issues.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267712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Benefit from automated PR generation with no manual effort.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9632" y="1325880"/>
            <a:ext cx="5440680" cy="22402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1490472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2A4A"/>
                </a:solidFill>
              </a:rPr>
              <a:t>Software Development Teams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1920240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Looking to reduce time-to-fix for recurring bugs.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267712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Gain auditable, AI-generated pull requests for review.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840480"/>
            <a:ext cx="5440680" cy="22402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4005072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2A4A"/>
                </a:solidFill>
              </a:rPr>
              <a:t>Engineering Managers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434840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Want automated, auditable PRs for low-to-medium complexity fixes.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782312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Gain visibility into autonomous fix pipelines.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3840480"/>
            <a:ext cx="5440680" cy="22402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4005072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2A4A"/>
                </a:solidFill>
              </a:rPr>
              <a:t>Students &amp; Researchers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4434840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Studying autonomous software engineering and multi-agent LLM systems.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4782312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Can use NexForge AI as a research benchmark platform.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NexForge AI — First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A4A"/>
                </a:solidFill>
              </a:rPr>
              <a:t>Features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618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2A4A"/>
                </a:solidFill>
              </a:rP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920240"/>
            <a:ext cx="109728" cy="10972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7830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Structural, graph-based repository understanding via Tree-sitter, AST &amp; Neo4j.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670048"/>
            <a:ext cx="109728" cy="10972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532888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Specialised multi-agent Debugger, Coder &amp; Tester pipeline (LangGraph).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419856"/>
            <a:ext cx="109728" cy="10972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3282696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Secure sandboxed fix validation before any PR is created.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4169664"/>
            <a:ext cx="109728" cy="10972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4032504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End-to-end automation: GitHub issue → tested PR.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4768" y="1234440"/>
            <a:ext cx="45720" cy="49377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261872"/>
            <a:ext cx="5285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2A4A"/>
                </a:solidFill>
              </a:rPr>
              <a:t>Current Limitations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783080"/>
            <a:ext cx="320040" cy="32004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1792224"/>
            <a:ext cx="2834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737360"/>
            <a:ext cx="4892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Targets well-scoped, single-repository issues; multi-repo dependency fixes not yet supported.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2697480"/>
            <a:ext cx="320040" cy="32004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2706624"/>
            <a:ext cx="2834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651760"/>
            <a:ext cx="4892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Highly ambiguous or under-specified issues may require human guidance.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3611880"/>
            <a:ext cx="320040" cy="32004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3621024"/>
            <a:ext cx="2834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566160"/>
            <a:ext cx="4892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Repository parsing time scales with codebase size; very large monorepos may need optimisation.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4526280"/>
            <a:ext cx="320040" cy="32004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4535424"/>
            <a:ext cx="2834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480560"/>
            <a:ext cx="4892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Generated patches must still pass human code review before merging.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NexForge AI — First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A4A"/>
                </a:solidFill>
              </a:rPr>
              <a:t>Base Paper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61872"/>
            <a:ext cx="11091672" cy="4389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A4A"/>
                </a:solidFill>
              </a:rPr>
              <a:t>Title: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417320"/>
            <a:ext cx="8805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LLM4FL — A Multi-Agent Approach to Fault Localization via Graph-Based Retrieval and Reflexion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A4A"/>
                </a:solidFill>
              </a:rPr>
              <a:t>Authors: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2331720"/>
            <a:ext cx="8805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Md Nakhla Rafi, Tse-Hsun (Peter) Chen, Dong Jae Kim, Shaowei Wang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46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A4A"/>
                </a:solidFill>
              </a:rPr>
              <a:t>Published: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3246120"/>
            <a:ext cx="8805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arXiv:2409.13642 — 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60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A4A"/>
                </a:solidFill>
              </a:rPr>
              <a:t>Findings: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4160520"/>
            <a:ext cx="8805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Proposes a three-agent framework (Context Extraction, Debugger, Reviewer) using graph-based retrieval-augmented code navigation and verbal-reinforcement self-review. Achieves 18.55% and 4.82% higher Top-1 fault-localization accuracy than AutoFL and AgentFL on the Defects4J benchmark — directly motivating NexForge AI's Graph RAG + multi-agent design.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NexForge AI — First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A4A"/>
                </a:solidFill>
              </a:rPr>
              <a:t>Tools &amp; Technologies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3291840" cy="2194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3291840" cy="41148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Language &amp; Parsing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993391"/>
            <a:ext cx="109728" cy="10972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56231"/>
            <a:ext cx="26974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Python 3.11+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496312"/>
            <a:ext cx="109728" cy="10972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9152"/>
            <a:ext cx="26974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Tree-sitter (AST parsing)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999232"/>
            <a:ext cx="109728" cy="10972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62072"/>
            <a:ext cx="26974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GitPython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87952" y="1325880"/>
            <a:ext cx="3291840" cy="2194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87952" y="1325880"/>
            <a:ext cx="3291840" cy="41148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25112" y="137160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Graph Database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79" y="1993391"/>
            <a:ext cx="109728" cy="10972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1856231"/>
            <a:ext cx="26974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Neo4j (knowledge graph)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79" y="2496312"/>
            <a:ext cx="109728" cy="10972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2359152"/>
            <a:ext cx="26974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LangChain-Neo4j connector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27264" y="1325880"/>
            <a:ext cx="3291840" cy="2194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27264" y="1325880"/>
            <a:ext cx="3291840" cy="41148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64424" y="137160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AI / LLM Layer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36992" y="1993391"/>
            <a:ext cx="109728" cy="10972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93024" y="1856231"/>
            <a:ext cx="26974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GPT-4o / Claude Sonnet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36992" y="2496312"/>
            <a:ext cx="109728" cy="10972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93024" y="2359152"/>
            <a:ext cx="26974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LangChain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36992" y="2999232"/>
            <a:ext cx="109728" cy="10972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93024" y="2862072"/>
            <a:ext cx="26974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LangGraph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794760"/>
            <a:ext cx="3291840" cy="2194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794760"/>
            <a:ext cx="3291840" cy="41148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384048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Sandboxed Execution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462272"/>
            <a:ext cx="109728" cy="10972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325112"/>
            <a:ext cx="26974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Docker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65192"/>
            <a:ext cx="109728" cy="10972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828032"/>
            <a:ext cx="26974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E2B (cloud sandbox)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87952" y="3794760"/>
            <a:ext cx="3291840" cy="2194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87952" y="3794760"/>
            <a:ext cx="3291840" cy="41148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25112" y="384048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CI / Deployment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97679" y="4462272"/>
            <a:ext cx="109728" cy="10972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53712" y="4325112"/>
            <a:ext cx="26974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GitHub Actions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97679" y="4965192"/>
            <a:ext cx="109728" cy="10972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53712" y="4828032"/>
            <a:ext cx="26974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FastAPI backend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97679" y="5468112"/>
            <a:ext cx="109728" cy="10972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53712" y="5330952"/>
            <a:ext cx="26974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React frontend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27264" y="3794760"/>
            <a:ext cx="3291840" cy="2194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827264" y="3794760"/>
            <a:ext cx="3291840" cy="41148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64424" y="384048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Development Tools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936992" y="4462272"/>
            <a:ext cx="109728" cy="10972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93024" y="4325112"/>
            <a:ext cx="26974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VS Code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36992" y="4965192"/>
            <a:ext cx="109728" cy="10972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93024" y="4828032"/>
            <a:ext cx="26974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Jupyter Notebooks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36992" y="5468112"/>
            <a:ext cx="109728" cy="10972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93024" y="5330952"/>
            <a:ext cx="26974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Git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NexForge AI — First Review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A4A"/>
                </a:solidFill>
              </a:rPr>
              <a:t>Work Plan &amp;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61872"/>
            <a:ext cx="1417320" cy="621792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1325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2801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A4A"/>
                </a:solidFill>
              </a:rPr>
              <a:t>Phase 1 — Repository Ingestion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609343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Tree-sitter AST parsing, Neo4j graph build, GitHub API integration.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57400"/>
            <a:ext cx="1417320" cy="621792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67128"/>
            <a:ext cx="1325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Aug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07568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A4A"/>
                </a:solidFill>
              </a:rPr>
              <a:t>Phase 2 — Graph RAG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404872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Embedding store, structural search, context retrieval pipeline.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52928"/>
            <a:ext cx="1417320" cy="621792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962656"/>
            <a:ext cx="1325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Sep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87121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A4A"/>
                </a:solidFill>
              </a:rPr>
              <a:t>Phase 3 — Multi-Agent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200400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Debugger, Coder, Tester agents; LangGraph orchestration.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648456"/>
            <a:ext cx="1417320" cy="621792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758184"/>
            <a:ext cx="1325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Oct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366674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A4A"/>
                </a:solidFill>
              </a:rPr>
              <a:t>Phase 4 — Sandbox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995928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Docker / E2B integration, automated test-runner, result parsing.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443984"/>
            <a:ext cx="1417320" cy="621792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553712"/>
            <a:ext cx="1325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Nov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4622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A4A"/>
                </a:solidFill>
              </a:rPr>
              <a:t>Phase 5 — PR Automation &amp;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4791456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Automated PR creation, FastAPI + React dashboard, demo.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239512"/>
            <a:ext cx="1417320" cy="621792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349240"/>
            <a:ext cx="1325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Dec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52578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A4A"/>
                </a:solidFill>
              </a:rPr>
              <a:t>Phase 6 — Testing &amp; Deployment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5586984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SWE-bench evaluation, bug fixes, final report &amp; presentation.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NexForge AI — First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A4A"/>
                </a:solidFill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61872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[1] Md Nakhla Rafi et al., "LLM4FL," arXiv:2409.13642, 2024. [Base Paper]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39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[2] Vali Tawosi et al., "Meta-RAG on Large Codebases Using Code Summarization," arXiv:2508.02611, 2025.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78607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[3] Jialin Wang &amp; Zhihua Duan, "Automated Bug Fixing via LangGraph," arXiv:2502.18465, 2025.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36975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[4] Yuntong Zhang et al., "AutoCodeRover: Autonomous Program Improvement," ACM SIGSOFT ISSTA, 2024.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95343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[5] Sirui Hong et al., "MetaGPT: Meta Programming for a Multi-Agent Collaborative Framework," ICLR, 2024.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53711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[6] Xiangyan Liu et al., "CodexGraph: Bridging LLMs and Code Repositories via Code Graph Databases," arXiv:2408.03910, 2024.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12079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[7] Noah Shinn et al., "Reflexion: Language Agents with Verbal Reinforcement Learning," NeurIPS, 2024.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NexForge AI — First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62072" y="2377440"/>
            <a:ext cx="64648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1E2A4A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62072" y="3337560"/>
            <a:ext cx="6464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444444"/>
                </a:solidFill>
              </a:rPr>
              <a:t>Questions &amp; Answers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62072" y="4023360"/>
            <a:ext cx="6464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888888"/>
                </a:solidFill>
              </a:rPr>
              <a:t>NexForge AI — First Review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1091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2A4A"/>
                </a:solidFill>
              </a:rPr>
              <a:t>Entity-Relationship (ER)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201168" y="914400"/>
            <a:ext cx="2331720" cy="1700784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914400"/>
            <a:ext cx="2331720" cy="347472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960120"/>
            <a:ext cx="2148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USER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298448"/>
            <a:ext cx="2331720" cy="25603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298448"/>
            <a:ext cx="1515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PK  user_id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16786" y="1298448"/>
            <a:ext cx="7461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1554480"/>
            <a:ext cx="1515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    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16786" y="1554480"/>
            <a:ext cx="7461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string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1810512"/>
            <a:ext cx="1515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     email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16786" y="1810512"/>
            <a:ext cx="7461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string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" y="2066543"/>
            <a:ext cx="1515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     github_token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16786" y="2066543"/>
            <a:ext cx="7461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string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" y="2322576"/>
            <a:ext cx="1515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     created_at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16786" y="2322576"/>
            <a:ext cx="7461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datetime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40" y="914400"/>
            <a:ext cx="2331720" cy="1956816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34640" y="914400"/>
            <a:ext cx="2331720" cy="347472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0" y="960120"/>
            <a:ext cx="2148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REPOSITORY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1298448"/>
            <a:ext cx="2331720" cy="25603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0" y="1298448"/>
            <a:ext cx="1515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PK  repo_id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0258" y="1298448"/>
            <a:ext cx="7461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1554480"/>
            <a:ext cx="1515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FK  user_id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50258" y="1554480"/>
            <a:ext cx="7461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int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1810512"/>
            <a:ext cx="1515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     repo_url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50258" y="1810512"/>
            <a:ext cx="7461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string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2066543"/>
            <a:ext cx="1515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     repo_name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50258" y="2066543"/>
            <a:ext cx="7461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string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2322576"/>
            <a:ext cx="1515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     language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50258" y="2322576"/>
            <a:ext cx="7461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string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2578608"/>
            <a:ext cx="1515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     last_synced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50258" y="2578608"/>
            <a:ext cx="7461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datetime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0" y="914400"/>
            <a:ext cx="2331720" cy="1700784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0" y="914400"/>
            <a:ext cx="2331720" cy="347472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77840" y="960120"/>
            <a:ext cx="2148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CODE_FILE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0" y="1298448"/>
            <a:ext cx="2331720" cy="25603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77840" y="1298448"/>
            <a:ext cx="1515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PK  file_id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02018" y="1298448"/>
            <a:ext cx="7461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77840" y="1554480"/>
            <a:ext cx="1515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FK  repo_id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02018" y="1554480"/>
            <a:ext cx="7461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77840" y="1810512"/>
            <a:ext cx="1515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     file_path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02018" y="1810512"/>
            <a:ext cx="7461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string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77840" y="2066543"/>
            <a:ext cx="1515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     language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02018" y="2066543"/>
            <a:ext cx="7461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string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77840" y="2322576"/>
            <a:ext cx="1515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     last_parsed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02018" y="2322576"/>
            <a:ext cx="7461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datetime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0" y="914400"/>
            <a:ext cx="2331720" cy="1956816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229600" y="914400"/>
            <a:ext cx="2331720" cy="347472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21040" y="960120"/>
            <a:ext cx="2148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AST_NODE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0" y="1298448"/>
            <a:ext cx="2331720" cy="25603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21040" y="1298448"/>
            <a:ext cx="1515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PK  node_id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45218" y="1298448"/>
            <a:ext cx="7461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int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21040" y="1554480"/>
            <a:ext cx="1515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FK  file_id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45218" y="1554480"/>
            <a:ext cx="7461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int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1810512"/>
            <a:ext cx="1515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     node_type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45218" y="1810512"/>
            <a:ext cx="7461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string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21040" y="2066543"/>
            <a:ext cx="1515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     name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45218" y="2066543"/>
            <a:ext cx="7461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string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21040" y="2322576"/>
            <a:ext cx="1515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     start_line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45218" y="2322576"/>
            <a:ext cx="7461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int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21040" y="2578608"/>
            <a:ext cx="1515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     end_line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745218" y="2578608"/>
            <a:ext cx="7461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int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01168" y="3840480"/>
            <a:ext cx="2331720" cy="1700784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01168" y="3840480"/>
            <a:ext cx="2331720" cy="347472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92608" y="3886200"/>
            <a:ext cx="2148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PULL_REQUEST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01168" y="4224528"/>
            <a:ext cx="2331720" cy="25603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92608" y="4224528"/>
            <a:ext cx="1515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PK  pr_id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716786" y="4224528"/>
            <a:ext cx="7461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int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92608" y="4480560"/>
            <a:ext cx="1515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FK  session_id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716786" y="4480560"/>
            <a:ext cx="7461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int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92608" y="4736592"/>
            <a:ext cx="1515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FK  repo_id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716786" y="4736592"/>
            <a:ext cx="7461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int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92608" y="4992624"/>
            <a:ext cx="1515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     github_pr#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716786" y="4992624"/>
            <a:ext cx="7461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int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92608" y="5248656"/>
            <a:ext cx="1515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     status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716786" y="5248656"/>
            <a:ext cx="7461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enum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834640" y="3840480"/>
            <a:ext cx="2331720" cy="1956816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834640" y="3840480"/>
            <a:ext cx="2331720" cy="347472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926080" y="3886200"/>
            <a:ext cx="2148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ISSUE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834640" y="4224528"/>
            <a:ext cx="2331720" cy="25603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926080" y="4224528"/>
            <a:ext cx="1515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PK  issue_id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350258" y="4224528"/>
            <a:ext cx="7461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int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926080" y="4480560"/>
            <a:ext cx="1515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FK  repo_id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350258" y="4480560"/>
            <a:ext cx="7461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int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926080" y="4736592"/>
            <a:ext cx="1515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     github_num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350258" y="4736592"/>
            <a:ext cx="7461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int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926080" y="4992624"/>
            <a:ext cx="1515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     title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350258" y="4992624"/>
            <a:ext cx="7461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string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926080" y="5248656"/>
            <a:ext cx="1515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     status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350258" y="5248656"/>
            <a:ext cx="7461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enum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926080" y="5504688"/>
            <a:ext cx="1515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     created_at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350258" y="5504688"/>
            <a:ext cx="7461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datetime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440680" y="3840480"/>
            <a:ext cx="2331720" cy="1700784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5440680" y="3840480"/>
            <a:ext cx="2331720" cy="347472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532120" y="3886200"/>
            <a:ext cx="2148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AGENT_SESSION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440680" y="4224528"/>
            <a:ext cx="2331720" cy="25603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532120" y="4224528"/>
            <a:ext cx="1515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PK  session_id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956298" y="4224528"/>
            <a:ext cx="7461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int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532120" y="4480560"/>
            <a:ext cx="1515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FK  issue_id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956298" y="4480560"/>
            <a:ext cx="7461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int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532120" y="4736592"/>
            <a:ext cx="1515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FK  user_id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956298" y="4736592"/>
            <a:ext cx="7461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int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532120" y="4992624"/>
            <a:ext cx="1515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     status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956298" y="4992624"/>
            <a:ext cx="7461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enum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532120" y="5248656"/>
            <a:ext cx="1515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     started_at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956298" y="5248656"/>
            <a:ext cx="7461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datetime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092440" y="3840480"/>
            <a:ext cx="2331720" cy="1700784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8092440" y="3840480"/>
            <a:ext cx="2331720" cy="347472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183879" y="3886200"/>
            <a:ext cx="2148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FIX_PATCH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092440" y="4224528"/>
            <a:ext cx="2331720" cy="25603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183879" y="4224528"/>
            <a:ext cx="1515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PK  patch_id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608058" y="4224528"/>
            <a:ext cx="7461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int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183879" y="4480560"/>
            <a:ext cx="1515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FK  session_id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608058" y="4480560"/>
            <a:ext cx="7461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int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183879" y="4736592"/>
            <a:ext cx="1515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FK  file_id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608058" y="4736592"/>
            <a:ext cx="7461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int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183879" y="4992624"/>
            <a:ext cx="1515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     agent_type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608058" y="4992624"/>
            <a:ext cx="7461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string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183879" y="5248656"/>
            <a:ext cx="1515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     confidence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608058" y="5248656"/>
            <a:ext cx="7461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float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0058400" y="3840480"/>
            <a:ext cx="2331720" cy="1700784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0058400" y="3840480"/>
            <a:ext cx="2331720" cy="347472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0149840" y="3886200"/>
            <a:ext cx="2148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SANDBOX_RUN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0058400" y="4224528"/>
            <a:ext cx="2331720" cy="25603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0149840" y="4224528"/>
            <a:ext cx="1515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PK  run_id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1574018" y="4224528"/>
            <a:ext cx="7461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int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149840" y="4480560"/>
            <a:ext cx="1515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FK  patch_id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1574018" y="4480560"/>
            <a:ext cx="7461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int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0149840" y="4736592"/>
            <a:ext cx="1515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     sandbox_type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1574018" y="4736592"/>
            <a:ext cx="7461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string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149840" y="4992624"/>
            <a:ext cx="1515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     exit_code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1574018" y="4992624"/>
            <a:ext cx="7461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int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0149840" y="5248656"/>
            <a:ext cx="1515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     status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1574018" y="5248656"/>
            <a:ext cx="7461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enum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325880" y="76809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2E86C1"/>
                </a:solidFill>
              </a:rPr>
              <a:t>owns (1:N)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977639" y="76809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2E86C1"/>
                </a:solidFill>
              </a:rPr>
              <a:t>contains (1:N)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629400" y="76809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2E86C1"/>
                </a:solidFill>
              </a:rPr>
              <a:t>parsed into (1:N)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77240" y="31546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2E86C1"/>
                </a:solidFill>
              </a:rPr>
              <a:t>initiates (1:N)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794760" y="31546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2E86C1"/>
                </a:solidFill>
              </a:rPr>
              <a:t>has (1:N)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590288" y="43434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2E86C1"/>
                </a:solidFill>
              </a:rPr>
              <a:t>triggers (1:N)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269480" y="43434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2E86C1"/>
                </a:solidFill>
              </a:rPr>
              <a:t>generates (1:N)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907792" y="43434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2E86C1"/>
                </a:solidFill>
              </a:rPr>
              <a:t>creates (1:N)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9738360" y="43434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2E86C1"/>
                </a:solidFill>
              </a:rPr>
              <a:t>tested in (1:N)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201168" y="5989320"/>
            <a:ext cx="11786616" cy="347472"/>
          </a:xfrm>
          <a:prstGeom prst="rect">
            <a:avLst/>
          </a:prstGeom>
          <a:solidFill>
            <a:srgbClr val="F7F7F7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320040" y="6035040"/>
            <a:ext cx="11548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</a:rPr>
              <a:t>PK = Primary Key   |   FK = Foreign Key   |   enum = status field with fixed values   |   Shaded rows = primary key fields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NexForge AI — First Review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</a:rPr>
              <a:t>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